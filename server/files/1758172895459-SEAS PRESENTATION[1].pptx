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0C90-3C17-4FAE-9995-B9974C3D1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8ACF6-6650-FF34-EC2C-05B1F140B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06528-B338-505D-1E5D-EAB9A7D3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0A91A-FD7F-8A53-2AAF-EEA25196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A672-331B-88E9-3F8E-C6E0214A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5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5430-899C-AA39-2A0B-10B8C1B5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FE75-4646-2073-B73B-932777A75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78A48-F92D-FAE2-ACAB-AB33D84F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5B3F5-DCC5-D0BD-3EBD-3838F69A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840BF-613B-526C-92ED-40EF042B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68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A05D-12C8-C5EB-BE71-1033F021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4E46E-97AC-B381-F232-8B52A217E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7A63C-006B-FF09-F04C-C0D0C63A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5A78C-95E0-5594-5925-2C63D575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312F6-F10A-C504-9C86-5C5DD553A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25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DB60-EA44-94A2-4F40-9A0938A8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7D46-3427-CA26-DDA3-1F96A81BC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BA0EB-E842-7EF8-5EDD-B56859FC1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0AAB-251A-023F-DE46-BAC857C6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97B17-8920-062D-5017-9468ADCC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8BA95-6803-1097-F6ED-990FD321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56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92C0-3768-8200-FAF1-7AFB2007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C1911-8CDF-86CC-BA07-78A592448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1D68F-88FE-83C6-159D-3A030A365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8300D-FF35-EC0D-1B50-9671024A0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E47F0C-1030-87CA-3B77-9207738C8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0EE2A-4F52-5A8B-D110-2FBE7A71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8A447-0385-BE2C-334E-D2734D4A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325C3-AC78-7EC6-3C8A-26854DE9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50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9730-95B9-A4B0-7BC2-C3D6E466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7F92-14CD-0A41-8CA6-D9A7DB1F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2B68C-836B-A18D-AE9E-33ED3C84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44A6E-2940-7DCC-FAE1-B4678BCC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49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C9459A-C672-8868-FE23-7DBA85F3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9F9C6-CFB0-9E46-24A6-D88DE6593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2D113-A432-EF60-6AE5-5FCF9965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44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91D2E-2265-A259-C38F-A00F3C72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01D6-AFF4-5E34-98BB-A77B6329C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DBCF4-CB1B-2B39-3994-424D30A1C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79DFE-D1CC-5CC8-2D24-C45934D8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72D43-ECC5-63C2-2751-E7D12BB6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E08C5-C54F-5704-D9B1-0D781B9E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22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54D1-C1FC-C089-56C6-CF204D3C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BB1E6-7EC6-0634-F880-D5BDFBCFE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D35C3-1A96-A039-8CC7-F2C82F106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95907-41DC-E2A2-3AE3-FD3517E9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80DD9-5586-DD2B-DCF3-0B70C6CE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7D60-4E74-20A3-BD76-B711126D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92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59889-0C75-CBD7-42F4-1B3D83D6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03A32-EA34-9A34-72A3-63A340D33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C58F3-66F5-C273-618A-62744A83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151C9-79C4-C990-95ED-A152B735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EF287-C935-05AF-2BBD-182A63D5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3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E556F-D869-36D5-AA4C-4461E9B10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15115-A3CE-89C1-41FB-8FFE9DF24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51579-CAA2-14A7-46EA-E32EF137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188FD-32A1-E43C-BF6A-5E0BAB1F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B01C-5FA4-D7E6-207A-0B8F9A0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77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E6C7D-52F7-BD21-7B7C-D92FEA98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7C608-2455-F5A0-4C96-C224B9958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A244D-D7D8-44E3-7EC9-67F211312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601F2-9093-4104-B15A-61CE49A7945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F1880-5BEA-9081-A800-4AB071072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301AA-A78C-684E-6600-760F8BC97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408E6-2BFE-4229-9CFF-24DA7617D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12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7464-3F17-E688-6CB9-E532B1649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>
            <a:normAutofit/>
          </a:bodyPr>
          <a:lstStyle/>
          <a:p>
            <a:r>
              <a:rPr lang="en-US" sz="1800" dirty="0"/>
              <a:t> </a:t>
            </a:r>
            <a:endParaRPr lang="en-IN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F3325-F8E7-3310-8CF7-9A62F6FE1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5446"/>
            <a:ext cx="9144000" cy="2310580"/>
          </a:xfrm>
        </p:spPr>
        <p:txBody>
          <a:bodyPr>
            <a:normAutofit lnSpcReduction="10000"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and Entrepreneurial Activity Presentation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FarmEquip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Rent (Farmer Equipment Rental)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 :- 01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ogo.png">
            <a:extLst>
              <a:ext uri="{FF2B5EF4-FFF2-40B4-BE49-F238E27FC236}">
                <a16:creationId xmlns:a16="http://schemas.microsoft.com/office/drawing/2014/main" id="{439DE60C-33F6-988B-96F1-307867D5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658" y="229534"/>
            <a:ext cx="7010400" cy="144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04892F-3631-17E4-974A-6CFB00A24BE8}"/>
              </a:ext>
            </a:extLst>
          </p:cNvPr>
          <p:cNvSpPr txBox="1"/>
          <p:nvPr/>
        </p:nvSpPr>
        <p:spPr>
          <a:xfrm>
            <a:off x="550606" y="4630993"/>
            <a:ext cx="110907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:-                                                                                                                     Submitted To :-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 Jaiswal(2200140100006)                                                                         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Ms.Prity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Junaid Khan(2200140100044)                                                                                              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Srishty Jain(2300140109008)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Tanisha Sharma(2200140100108)</a:t>
            </a:r>
          </a:p>
        </p:txBody>
      </p:sp>
    </p:spTree>
    <p:extLst>
      <p:ext uri="{BB962C8B-B14F-4D97-AF65-F5344CB8AC3E}">
        <p14:creationId xmlns:p14="http://schemas.microsoft.com/office/powerpoint/2010/main" val="1521867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7DE2-7CB0-7E12-3C0E-0D4B55F9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DFB4C1-8C3E-C919-3BBB-B2647D8183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2619"/>
            <a:ext cx="10515600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Farmers play a vital role in ensuring food security, but many still struggle with limited resources and outdated methods.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equipment like tractors, harvesters, or seeders requires high investment, which is often unaffordable for small and marginal farmers.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low productivity, high dependence on manual labor, and reduced profitability.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Farmer Equipment Rental Startup aims to bridge this gap by offering agricultural machinery on rent at affordable prices.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service will be supported by a digital platform (mobile app / website ) for easy booking, tracking, and usage.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improving efficiency, the model also creates rural employment opportunities through operators, mechanics, and logistics support.</a:t>
            </a:r>
          </a:p>
        </p:txBody>
      </p:sp>
    </p:spTree>
    <p:extLst>
      <p:ext uri="{BB962C8B-B14F-4D97-AF65-F5344CB8AC3E}">
        <p14:creationId xmlns:p14="http://schemas.microsoft.com/office/powerpoint/2010/main" val="3025812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769E6-8197-7ABC-DD7F-FC12F440B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8469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E95058-1CCA-051D-99D1-4F5311167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3394" y="1623595"/>
            <a:ext cx="10638503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affordable access to modern agricultural equipment for farmers who cannot purchase costly    machinery.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increase productivity and reduce labor-intensive farming practices through rental solutions.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digital platform (app/website) for easy booking, tracking, and renting of farm equipment.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timely availability of machines during critical agricultural seasons.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empower small and marginal farmers by reducing financial burden and promoting sustainable farming practices.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generate employment opportunities for operators, mechanics, and logistics providers.</a:t>
            </a:r>
          </a:p>
        </p:txBody>
      </p:sp>
    </p:spTree>
    <p:extLst>
      <p:ext uri="{BB962C8B-B14F-4D97-AF65-F5344CB8AC3E}">
        <p14:creationId xmlns:p14="http://schemas.microsoft.com/office/powerpoint/2010/main" val="3527122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3CA3-25BE-B8C4-E919-E4BC1115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588BDB-03DF-A986-FB3E-CC36C6F2C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2554" y="1497349"/>
            <a:ext cx="9360311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small and marginal farmers cannot afford to purchase costly agricultural machinery.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access to modern equipment leads to low productivity, delayed operations, and higher labor costs.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Farming is often dependent on manual labor, which is becoming scarce and expensive.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peak seasons (sowing, harvesting), farmers face shortage and unavailability of machines on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result in reduced crop yield, financial losses, and lower profitability for farmers.</a:t>
            </a:r>
          </a:p>
        </p:txBody>
      </p:sp>
    </p:spTree>
    <p:extLst>
      <p:ext uri="{BB962C8B-B14F-4D97-AF65-F5344CB8AC3E}">
        <p14:creationId xmlns:p14="http://schemas.microsoft.com/office/powerpoint/2010/main" val="253390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9ED7-F3F7-70E1-0777-FDB7172D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80DCA8-5C8A-9B67-F87E-247061FA1C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3058" y="1592115"/>
            <a:ext cx="10038736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 a Farmer Equipment Rental Service to provide modern agricultural machinery on affordable rent.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digital platform (mobile app/website) where farmers can: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Browse available equipment.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rentals instantly.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usage and payments.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timely delivery of equipment to farms through a logistics and operator support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Partner with equipment owners, dealers, and farmer groups to increase machine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subscription/membership model for frequent users with discounted rates.</a:t>
            </a:r>
          </a:p>
        </p:txBody>
      </p:sp>
    </p:spTree>
    <p:extLst>
      <p:ext uri="{BB962C8B-B14F-4D97-AF65-F5344CB8AC3E}">
        <p14:creationId xmlns:p14="http://schemas.microsoft.com/office/powerpoint/2010/main" val="134540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7CBC-E1A8-D184-A072-62B3AE45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FD18EA-D835-A975-B12F-0011DF85B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152372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984D-DB0D-1986-299A-C3567C62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37694E-18F7-7C44-17E7-B040EE0329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4503" y="1540662"/>
            <a:ext cx="8032955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 range of equipment – tractors, harvesters, tillers, sprayers, and more on rent.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Affordable rentals – cost-effective pricing designed for small &amp; marginal farmers.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booking – available through mobile app, website, and offline centers.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Flexible payment options – UPI, and subscription/membership packages.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Timely availability – machines provided during critical sowing &amp; harvesting periods.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 – crop advisory, weather alerts, and partnerships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-input suppliers.</a:t>
            </a:r>
          </a:p>
        </p:txBody>
      </p:sp>
    </p:spTree>
    <p:extLst>
      <p:ext uri="{BB962C8B-B14F-4D97-AF65-F5344CB8AC3E}">
        <p14:creationId xmlns:p14="http://schemas.microsoft.com/office/powerpoint/2010/main" val="3365390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D29A-F41C-AE17-0A26-B0067DB4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02ADF6-2F80-259C-F268-1D40C43BFB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9200" y="1476913"/>
            <a:ext cx="9999406" cy="431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Rental Charges :-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Farmers pay on an hourly, daily, or seasonal basis depending on equipment usage.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/ Membership Plans :-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users can take monthly or yearly packages at discounted rates.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Commission-Based Model :-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Partner with equipment owners/dealers; charge a commission fee on every booking.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Add-On Services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(future scope)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advisory, weather updates, soil testing, and tie-ups with seed/fertilizer companies for extra revenue.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48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5464-789B-A9D8-EF08-D935A1FD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STARTUP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5F9BD2-5F26-AE3C-8B8C-2906405699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784" y="1745718"/>
            <a:ext cx="10144432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Affordable Farming – Reduced cost of cultivation by eliminating the need to buy expensive machinery.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Productivity – Timely availability of equipment increases efficiency and crop yield.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Small Farmers – Empowers small and marginal farmers to access modern technology.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Employment Generation – Creates jobs for operators, mechanics, and logistics providers.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Rural Development – Improves income opportunities and promotes sustainable farming practices.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Optimal Utilization of Machinery – Ensures machines are used efficiently instead of lying idle.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– Model can be expanded to multiple districts and states, creating large-scale social and economic benefits.</a:t>
            </a:r>
          </a:p>
        </p:txBody>
      </p:sp>
    </p:spTree>
    <p:extLst>
      <p:ext uri="{BB962C8B-B14F-4D97-AF65-F5344CB8AC3E}">
        <p14:creationId xmlns:p14="http://schemas.microsoft.com/office/powerpoint/2010/main" val="292855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BB52-11F1-09E3-7EFA-7D616CEB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F15E8F-2E46-316C-BACD-A5A8477BC3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9812" y="1504851"/>
            <a:ext cx="9672376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Farming in India is facing challenges due to high cost of machinery, low productivity, and limited resources for small and marginal farmers.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Farmer Equipment Rental Service offers an affordable, accessible, and sustainable solution by providing modern equipment on rent.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a digital booking platform, logistics support, and trained operators, farmers can get timely access to machines without heavy investments.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startup will not only improve agricultural productivity but also generate employment opportunities and contribute to rural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long run, the model has the potential to scale across regions, transforming agriculture into a more efficient, profitable, and inclusive sector.</a:t>
            </a:r>
          </a:p>
        </p:txBody>
      </p:sp>
    </p:spTree>
    <p:extLst>
      <p:ext uri="{BB962C8B-B14F-4D97-AF65-F5344CB8AC3E}">
        <p14:creationId xmlns:p14="http://schemas.microsoft.com/office/powerpoint/2010/main" val="114658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836</Words>
  <Application>Microsoft Office PowerPoint</Application>
  <PresentationFormat>Widescreen</PresentationFormat>
  <Paragraphs>72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 </vt:lpstr>
      <vt:lpstr>INTRODUCTION</vt:lpstr>
      <vt:lpstr>OBJECTIVE </vt:lpstr>
      <vt:lpstr>PROBLEM STATEMENT</vt:lpstr>
      <vt:lpstr>PROPOSED SOLUTION </vt:lpstr>
      <vt:lpstr>FLOW CHART</vt:lpstr>
      <vt:lpstr>FEATURES</vt:lpstr>
      <vt:lpstr>BUSINESS MODEL</vt:lpstr>
      <vt:lpstr>IMPACT OF THE STARTUP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 JAISWAL</dc:creator>
  <cp:lastModifiedBy>srishty jain</cp:lastModifiedBy>
  <cp:revision>3</cp:revision>
  <dcterms:created xsi:type="dcterms:W3CDTF">2025-09-16T10:06:17Z</dcterms:created>
  <dcterms:modified xsi:type="dcterms:W3CDTF">2025-09-17T11:25:51Z</dcterms:modified>
</cp:coreProperties>
</file>